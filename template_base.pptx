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27998438fc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27998438fc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7998438fc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7998438fc_0_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573b2f1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573b2f1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1573b2f10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1573b2f10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7998438fc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7998438fc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573b2f10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1573b2f10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1573b2f10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1573b2f10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 1" showMasterSp="0">
  <p:cSld name="14_Title Slide_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2845" y="2408926"/>
            <a:ext cx="3664083" cy="2748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"/>
          <p:cNvCxnSpPr/>
          <p:nvPr/>
        </p:nvCxnSpPr>
        <p:spPr>
          <a:xfrm>
            <a:off x="3783676" y="2296178"/>
            <a:ext cx="0" cy="1898100"/>
          </a:xfrm>
          <a:prstGeom prst="straightConnector1">
            <a:avLst/>
          </a:prstGeom>
          <a:noFill/>
          <a:ln cap="flat" cmpd="sng" w="25400">
            <a:solidFill>
              <a:srgbClr val="3B967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" name="Google Shape;14;p2"/>
          <p:cNvSpPr txBox="1"/>
          <p:nvPr>
            <p:ph type="title"/>
          </p:nvPr>
        </p:nvSpPr>
        <p:spPr>
          <a:xfrm>
            <a:off x="4118575" y="2299500"/>
            <a:ext cx="7698600" cy="9918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37475" y="3291300"/>
            <a:ext cx="7679700" cy="111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100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409045" y="6333134"/>
            <a:ext cx="731700" cy="323100"/>
          </a:xfrm>
          <a:prstGeom prst="rect">
            <a:avLst/>
          </a:prstGeom>
        </p:spPr>
        <p:txBody>
          <a:bodyPr anchorCtr="0" anchor="t" bIns="60950" lIns="60950" spcFirstLastPara="1" rIns="60950" wrap="square" tIns="60950">
            <a:spAutoFit/>
          </a:bodyPr>
          <a:lstStyle>
            <a:lvl1pPr lvl="0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13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" showMasterSp="0" type="tx">
  <p:cSld name="TITLE_AND_BODY">
    <p:bg>
      <p:bgPr>
        <a:solidFill>
          <a:srgbClr val="F6F8F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552350" y="1596425"/>
            <a:ext cx="9087300" cy="30606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 1" showMasterSp="0">
  <p:cSld name="TITLE_AND_BODY_1">
    <p:bg>
      <p:bgPr>
        <a:solidFill>
          <a:schemeClr val="dk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62527" y="6217852"/>
            <a:ext cx="27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3B96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1552350" y="1596425"/>
            <a:ext cx="9087300" cy="30606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92750" y="72425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1400" y="36424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2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51400" y="36424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51400" y="1086500"/>
            <a:ext cx="11130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00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400050" lvl="1" marL="914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400050" lvl="2" marL="1371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400050" lvl="3" marL="1828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400050" lvl="4" marL="22860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400050" lvl="5" marL="2743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400050" lvl="6" marL="3200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400050" lvl="7" marL="3657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400050" lvl="8" marL="4114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0" y="0"/>
            <a:ext cx="12192000" cy="1020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432525" y="144299"/>
            <a:ext cx="10448100" cy="7317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36" name="Google Shape;3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92750" y="72425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">
  <p:cSld name="CUSTOM_1_1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0"/>
            <a:ext cx="12192000" cy="1020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32525" y="14429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451400" y="1086500"/>
            <a:ext cx="11130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00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400050" lvl="1" marL="914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400050" lvl="2" marL="1371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400050" lvl="3" marL="1828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400050" lvl="4" marL="22860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400050" lvl="5" marL="2743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400050" lvl="6" marL="3200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400050" lvl="7" marL="3657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400050" lvl="8" marL="4114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92750" y="72425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1400" y="288674"/>
            <a:ext cx="104481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3C977B"/>
              </a:buClr>
              <a:buSzPts val="3400"/>
              <a:buFont typeface="Nunito"/>
              <a:buNone/>
              <a:defRPr b="1" i="0" sz="3400" u="none" cap="none" strike="noStrike">
                <a:solidFill>
                  <a:srgbClr val="3C977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60950" spcFirstLastPara="1" rIns="60950" wrap="square" tIns="60950">
            <a:sp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  <a:defRPr b="0" i="0" sz="1400" u="none" cap="none" strike="noStrike">
                <a:solidFill>
                  <a:srgbClr val="3B967B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cxnSp>
        <p:nvCxnSpPr>
          <p:cNvPr id="8" name="Google Shape;8;p1"/>
          <p:cNvCxnSpPr/>
          <p:nvPr/>
        </p:nvCxnSpPr>
        <p:spPr>
          <a:xfrm>
            <a:off x="11642976" y="6735928"/>
            <a:ext cx="549600" cy="0"/>
          </a:xfrm>
          <a:prstGeom prst="straightConnector1">
            <a:avLst/>
          </a:prstGeom>
          <a:noFill/>
          <a:ln cap="flat" cmpd="sng" w="25400">
            <a:solidFill>
              <a:srgbClr val="3B967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09600" y="10865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000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40005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40005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40005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40005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40005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40005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40005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Roboto Light"/>
              <a:buChar char="•"/>
              <a:defRPr i="0" sz="2700" u="none" cap="none" strike="noStrike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" name="Google Shape;10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1288299" y="72424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4118575" y="2299500"/>
            <a:ext cx="7698600" cy="9918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4137475" y="3291300"/>
            <a:ext cx="7679700" cy="111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409045" y="6333134"/>
            <a:ext cx="731700" cy="323100"/>
          </a:xfrm>
          <a:prstGeom prst="rect">
            <a:avLst/>
          </a:prstGeom>
        </p:spPr>
        <p:txBody>
          <a:bodyPr anchorCtr="0" anchor="t" bIns="60950" lIns="60950" spcFirstLastPara="1" rIns="60950" wrap="square" tIns="6095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1552350" y="1596425"/>
            <a:ext cx="9087300" cy="30606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62527" y="6217852"/>
            <a:ext cx="275100" cy="2769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200"/>
              <a:buFont typeface="Calibri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1552350" y="1596425"/>
            <a:ext cx="9087300" cy="30606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</a:pPr>
            <a:fld id="{00000000-1234-1234-1234-123412341234}" type="slidenum">
              <a:rPr lang="es-419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32525" y="144299"/>
            <a:ext cx="10448100" cy="7317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</a:pPr>
            <a:fld id="{00000000-1234-1234-1234-123412341234}" type="slidenum">
              <a:rPr lang="es-419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32525" y="14429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451400" y="1086500"/>
            <a:ext cx="11130900" cy="45261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51400" y="36424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B967B"/>
              </a:buClr>
              <a:buSzPts val="1400"/>
              <a:buFont typeface="Roboto Medium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451400" y="364249"/>
            <a:ext cx="10448100" cy="731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11554195" y="6414861"/>
            <a:ext cx="341100" cy="338700"/>
          </a:xfrm>
          <a:prstGeom prst="rect">
            <a:avLst/>
          </a:prstGeom>
        </p:spPr>
        <p:txBody>
          <a:bodyPr anchorCtr="0" anchor="ctr" bIns="60950" lIns="60950" spcFirstLastPara="1" rIns="60950" wrap="square" tIns="6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1400" y="1086500"/>
            <a:ext cx="11130900" cy="45261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15243B"/>
      </a:dk1>
      <a:lt1>
        <a:srgbClr val="F7F9F9"/>
      </a:lt1>
      <a:dk2>
        <a:srgbClr val="3C977B"/>
      </a:dk2>
      <a:lt2>
        <a:srgbClr val="777B8B"/>
      </a:lt2>
      <a:accent1>
        <a:srgbClr val="15243B"/>
      </a:accent1>
      <a:accent2>
        <a:srgbClr val="496395"/>
      </a:accent2>
      <a:accent3>
        <a:srgbClr val="D00653"/>
      </a:accent3>
      <a:accent4>
        <a:srgbClr val="00B26B"/>
      </a:accent4>
      <a:accent5>
        <a:srgbClr val="15243B"/>
      </a:accent5>
      <a:accent6>
        <a:srgbClr val="15243B"/>
      </a:accent6>
      <a:hlink>
        <a:srgbClr val="09B570"/>
      </a:hlink>
      <a:folHlink>
        <a:srgbClr val="D006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7AEA0"/>
      </a:accent1>
      <a:accent2>
        <a:srgbClr val="7D9892"/>
      </a:accent2>
      <a:accent3>
        <a:srgbClr val="688687"/>
      </a:accent3>
      <a:accent4>
        <a:srgbClr val="5C818A"/>
      </a:accent4>
      <a:accent5>
        <a:srgbClr val="567C8A"/>
      </a:accent5>
      <a:accent6>
        <a:srgbClr val="4E798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